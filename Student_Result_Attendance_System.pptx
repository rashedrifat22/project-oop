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68" r:id="rId2"/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66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B0"/>
    <a:srgbClr val="3399FF"/>
    <a:srgbClr val="000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6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1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9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7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5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7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1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3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5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1310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34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9191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98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09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5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5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99" y="2397760"/>
            <a:ext cx="6347714" cy="1320800"/>
          </a:xfrm>
        </p:spPr>
        <p:txBody>
          <a:bodyPr>
            <a:normAutofit/>
          </a:bodyPr>
          <a:lstStyle/>
          <a:p>
            <a:r>
              <a:rPr lang="en-US" sz="7200" b="1" dirty="0" smtClean="0">
                <a:solidFill>
                  <a:srgbClr val="0000B0"/>
                </a:solidFill>
              </a:rPr>
              <a:t>Welcome!</a:t>
            </a:r>
            <a:endParaRPr lang="en-US" sz="7200" b="1" dirty="0">
              <a:solidFill>
                <a:srgbClr val="0000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13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bg1">
                <a:lumMod val="99000"/>
              </a:schemeClr>
            </a:gs>
            <a:gs pos="93000">
              <a:srgbClr val="00B0F0"/>
            </a:gs>
            <a:gs pos="92000">
              <a:schemeClr val="bg1"/>
            </a:gs>
            <a:gs pos="96774">
              <a:srgbClr val="00B0F0"/>
            </a:gs>
            <a:gs pos="92000">
              <a:schemeClr val="accent2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371600"/>
            <a:ext cx="7543800" cy="2221992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B0"/>
                </a:solidFill>
              </a:rPr>
              <a:t>Student Result and Attendance Management System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77340" y="3886200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en-US" sz="2000" dirty="0" smtClean="0">
                <a:solidFill>
                  <a:schemeClr val="tx1"/>
                </a:solidFill>
                <a:latin typeface="+mj-lt"/>
              </a:rPr>
              <a:t>-Presented by </a:t>
            </a:r>
            <a:r>
              <a:rPr lang="en-US" sz="2000" dirty="0" err="1" smtClean="0">
                <a:solidFill>
                  <a:schemeClr val="tx1"/>
                </a:solidFill>
                <a:latin typeface="+mj-lt"/>
              </a:rPr>
              <a:t>LoopTroop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822960" y="4307840"/>
            <a:ext cx="71551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58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Prepared By: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 </a:t>
            </a:r>
            <a:r>
              <a:rPr lang="en-US" sz="2000" b="1" dirty="0" err="1" smtClean="0"/>
              <a:t>Rashedul</a:t>
            </a:r>
            <a:r>
              <a:rPr lang="en-US" sz="2000" b="1" dirty="0" smtClean="0"/>
              <a:t> Islam </a:t>
            </a:r>
            <a:r>
              <a:rPr lang="en-US" sz="2000" b="1" dirty="0" err="1" smtClean="0"/>
              <a:t>Rifat</a:t>
            </a:r>
            <a:r>
              <a:rPr lang="en-US" sz="2000" b="1" dirty="0" smtClean="0"/>
              <a:t> </a:t>
            </a:r>
            <a:r>
              <a:rPr lang="en-US" sz="2000" b="1" dirty="0"/>
              <a:t>– </a:t>
            </a:r>
            <a:r>
              <a:rPr lang="en-US" sz="2000" b="1" dirty="0" smtClean="0"/>
              <a:t>2243081072</a:t>
            </a:r>
            <a:endParaRPr lang="en-US" sz="2000" b="1" dirty="0"/>
          </a:p>
          <a:p>
            <a:r>
              <a:rPr lang="en-US" sz="2000" b="1" dirty="0" smtClean="0"/>
              <a:t> </a:t>
            </a:r>
            <a:r>
              <a:rPr lang="en-US" sz="2000" b="1" dirty="0" err="1" smtClean="0"/>
              <a:t>Sanjida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Alam</a:t>
            </a:r>
            <a:r>
              <a:rPr lang="en-US" sz="2000" b="1" dirty="0"/>
              <a:t> </a:t>
            </a:r>
            <a:r>
              <a:rPr lang="en-US" sz="2000" b="1" dirty="0" err="1" smtClean="0"/>
              <a:t>Moonmoon</a:t>
            </a:r>
            <a:r>
              <a:rPr lang="en-US" sz="2000" b="1" dirty="0" smtClean="0"/>
              <a:t> </a:t>
            </a:r>
            <a:r>
              <a:rPr lang="en-US" sz="2000" b="1" dirty="0"/>
              <a:t>– </a:t>
            </a:r>
            <a:r>
              <a:rPr lang="en-US" sz="2000" b="1" dirty="0" smtClean="0"/>
              <a:t>2243081071</a:t>
            </a:r>
          </a:p>
          <a:p>
            <a:r>
              <a:rPr lang="en-US" sz="2000" b="1" dirty="0" smtClean="0"/>
              <a:t> </a:t>
            </a:r>
            <a:r>
              <a:rPr lang="en-US" sz="2000" b="1" dirty="0" err="1" smtClean="0"/>
              <a:t>Fardin</a:t>
            </a:r>
            <a:r>
              <a:rPr lang="en-US" sz="2000" b="1" dirty="0" smtClean="0"/>
              <a:t> Fahad </a:t>
            </a:r>
            <a:r>
              <a:rPr lang="en-US" sz="2000" b="1" dirty="0"/>
              <a:t>– 2243081172</a:t>
            </a:r>
          </a:p>
          <a:p>
            <a:r>
              <a:rPr lang="en-US" sz="2000" b="1" dirty="0" smtClean="0"/>
              <a:t> </a:t>
            </a:r>
            <a:r>
              <a:rPr lang="en-US" sz="2000" b="1" dirty="0" err="1" smtClean="0"/>
              <a:t>Amadul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Haque</a:t>
            </a:r>
            <a:r>
              <a:rPr lang="en-US" sz="2000" b="1" dirty="0" smtClean="0"/>
              <a:t> Siam </a:t>
            </a:r>
            <a:r>
              <a:rPr lang="en-US" sz="2000" b="1" dirty="0"/>
              <a:t>– 2243081050</a:t>
            </a:r>
          </a:p>
          <a:p>
            <a:r>
              <a:rPr lang="en-US" sz="2000" b="1" dirty="0" smtClean="0"/>
              <a:t> Md. Adnan </a:t>
            </a:r>
            <a:r>
              <a:rPr lang="en-US" sz="2000" b="1" dirty="0" err="1" smtClean="0"/>
              <a:t>Arefin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Ratul</a:t>
            </a:r>
            <a:r>
              <a:rPr lang="en-US" sz="2000" b="1" dirty="0" smtClean="0"/>
              <a:t> </a:t>
            </a:r>
            <a:r>
              <a:rPr lang="en-US" sz="2000" b="1" dirty="0"/>
              <a:t>– 2243081062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smtClean="0"/>
              <a:t>Console-based </a:t>
            </a:r>
            <a:r>
              <a:rPr sz="2400" dirty="0"/>
              <a:t>application using C</a:t>
            </a:r>
            <a:r>
              <a:rPr sz="2400" dirty="0" smtClean="0"/>
              <a:t>#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Manages </a:t>
            </a:r>
            <a:r>
              <a:rPr sz="2400" dirty="0"/>
              <a:t>student marks for multiple subjects (OOP, DLD, CA</a:t>
            </a:r>
            <a:r>
              <a:rPr sz="2400" dirty="0" smtClean="0"/>
              <a:t>)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Tracks </a:t>
            </a:r>
            <a:r>
              <a:rPr sz="2400" dirty="0"/>
              <a:t>attendance for each </a:t>
            </a:r>
            <a:r>
              <a:rPr sz="2400" dirty="0" smtClean="0"/>
              <a:t>student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Calculates </a:t>
            </a:r>
            <a:r>
              <a:rPr sz="2400" dirty="0"/>
              <a:t>CGPA and attendance </a:t>
            </a:r>
            <a:r>
              <a:rPr sz="2400" dirty="0" smtClean="0"/>
              <a:t>percentage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Generates </a:t>
            </a:r>
            <a:r>
              <a:rPr sz="2400" dirty="0"/>
              <a:t>individual student </a:t>
            </a:r>
            <a:r>
              <a:rPr sz="2400" dirty="0" smtClean="0"/>
              <a:t>reports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smtClean="0"/>
              <a:t>Maintain </a:t>
            </a:r>
            <a:r>
              <a:rPr sz="2400" dirty="0"/>
              <a:t>student academic records </a:t>
            </a:r>
            <a:r>
              <a:rPr sz="2400" dirty="0" smtClean="0"/>
              <a:t>efficiently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Track attendance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Calculate </a:t>
            </a:r>
            <a:r>
              <a:rPr sz="2400" dirty="0"/>
              <a:t>CGPA for multiple </a:t>
            </a:r>
            <a:r>
              <a:rPr sz="2400" dirty="0" smtClean="0"/>
              <a:t>subjects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Generate </a:t>
            </a:r>
            <a:r>
              <a:rPr sz="2400" dirty="0"/>
              <a:t>detailed student </a:t>
            </a:r>
            <a:r>
              <a:rPr sz="2400" dirty="0" smtClean="0"/>
              <a:t>reports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Practice </a:t>
            </a:r>
            <a:r>
              <a:rPr sz="2400" dirty="0"/>
              <a:t>Object-Oriented Programming </a:t>
            </a:r>
            <a:r>
              <a:rPr sz="2400" dirty="0" smtClean="0"/>
              <a:t>concepts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Class and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 smtClean="0"/>
              <a:t>Abstract </a:t>
            </a:r>
            <a:r>
              <a:rPr sz="2400" b="1" dirty="0"/>
              <a:t>Class: </a:t>
            </a:r>
            <a:r>
              <a:rPr sz="2400" b="1" dirty="0" smtClean="0"/>
              <a:t>Person</a:t>
            </a:r>
            <a:endParaRPr lang="en-US" sz="2400" b="1" dirty="0" smtClean="0"/>
          </a:p>
          <a:p>
            <a:r>
              <a:rPr sz="2400" dirty="0" smtClean="0"/>
              <a:t>Contains </a:t>
            </a:r>
            <a:r>
              <a:rPr sz="2400" dirty="0"/>
              <a:t>Name and </a:t>
            </a:r>
            <a:r>
              <a:rPr sz="2400" dirty="0" smtClean="0"/>
              <a:t>Id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sz="2400" dirty="0" smtClean="0"/>
              <a:t>Abstract </a:t>
            </a:r>
            <a:r>
              <a:rPr sz="2400" dirty="0"/>
              <a:t>method Show() implemented in Student </a:t>
            </a:r>
            <a:r>
              <a:rPr sz="2400" dirty="0" smtClean="0"/>
              <a:t>class</a:t>
            </a:r>
            <a:r>
              <a:rPr lang="en-US" sz="2400" dirty="0" smtClean="0"/>
              <a:t>.</a:t>
            </a:r>
            <a:endParaRPr sz="2400" dirty="0"/>
          </a:p>
          <a:p>
            <a:pPr marL="0" indent="0">
              <a:buNone/>
            </a:pPr>
            <a:r>
              <a:rPr sz="2400" b="1" dirty="0" smtClean="0"/>
              <a:t>Interface</a:t>
            </a:r>
            <a:r>
              <a:rPr sz="2400" b="1" dirty="0"/>
              <a:t>: </a:t>
            </a:r>
            <a:r>
              <a:rPr sz="2400" b="1" dirty="0" err="1" smtClean="0"/>
              <a:t>I</a:t>
            </a:r>
            <a:r>
              <a:rPr lang="en-US" sz="2400" b="1" dirty="0" err="1" smtClean="0"/>
              <a:t>r</a:t>
            </a:r>
            <a:r>
              <a:rPr sz="2400" b="1" dirty="0" err="1" smtClean="0"/>
              <a:t>eport</a:t>
            </a:r>
            <a:endParaRPr lang="en-US" sz="2400" b="1" dirty="0"/>
          </a:p>
          <a:p>
            <a:r>
              <a:rPr sz="2400" dirty="0" smtClean="0"/>
              <a:t>Defines </a:t>
            </a:r>
            <a:r>
              <a:rPr sz="2400" dirty="0" err="1"/>
              <a:t>CreateReport</a:t>
            </a:r>
            <a:r>
              <a:rPr sz="2400" dirty="0"/>
              <a:t>() </a:t>
            </a:r>
            <a:r>
              <a:rPr sz="2400" dirty="0" smtClean="0"/>
              <a:t>method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Benefits</a:t>
            </a:r>
            <a:r>
              <a:rPr sz="2400" dirty="0"/>
              <a:t>: Promotes abstraction and </a:t>
            </a:r>
            <a:r>
              <a:rPr sz="2400" dirty="0" smtClean="0"/>
              <a:t>standardization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smtClean="0"/>
              <a:t>Private </a:t>
            </a:r>
            <a:r>
              <a:rPr sz="2400" dirty="0"/>
              <a:t>method CGPA(double mark) in Result </a:t>
            </a:r>
            <a:r>
              <a:rPr sz="2400" dirty="0" smtClean="0"/>
              <a:t>class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Public </a:t>
            </a:r>
            <a:r>
              <a:rPr sz="2400" dirty="0"/>
              <a:t>methods </a:t>
            </a:r>
            <a:r>
              <a:rPr sz="2400" dirty="0" err="1"/>
              <a:t>AverageCGPA</a:t>
            </a:r>
            <a:r>
              <a:rPr sz="2400" dirty="0"/>
              <a:t>() and Display() provide safe </a:t>
            </a:r>
            <a:r>
              <a:rPr sz="2400" dirty="0" smtClean="0"/>
              <a:t>access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Protects </a:t>
            </a:r>
            <a:r>
              <a:rPr sz="2400" dirty="0"/>
              <a:t>internal data and prevents accidental </a:t>
            </a:r>
            <a:r>
              <a:rPr sz="2400" dirty="0" smtClean="0"/>
              <a:t>modification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smtClean="0"/>
              <a:t>Deep </a:t>
            </a:r>
            <a:r>
              <a:rPr sz="2400" dirty="0"/>
              <a:t>copy of Student and Result </a:t>
            </a:r>
            <a:r>
              <a:rPr sz="2400" dirty="0" smtClean="0"/>
              <a:t>objects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Maintains </a:t>
            </a:r>
            <a:r>
              <a:rPr sz="2400" dirty="0"/>
              <a:t>separate attendance </a:t>
            </a:r>
            <a:r>
              <a:rPr sz="2400" dirty="0" smtClean="0"/>
              <a:t>lists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Example</a:t>
            </a:r>
            <a:r>
              <a:rPr sz="2400" dirty="0"/>
              <a:t>: Student s2 = new Student(s1</a:t>
            </a:r>
            <a:r>
              <a:rPr sz="2400" dirty="0" smtClean="0"/>
              <a:t>)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Avoids </a:t>
            </a:r>
            <a:r>
              <a:rPr sz="2400" dirty="0"/>
              <a:t>data conflicts and safe </a:t>
            </a:r>
            <a:r>
              <a:rPr sz="2400" dirty="0" smtClean="0"/>
              <a:t>duplication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List </a:t>
            </a:r>
            <a:r>
              <a:rPr lang="en-US" dirty="0" smtClean="0"/>
              <a:t>and</a:t>
            </a:r>
            <a:r>
              <a:rPr dirty="0" smtClean="0"/>
              <a:t> </a:t>
            </a:r>
            <a:r>
              <a:rPr dirty="0"/>
              <a:t>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smtClean="0"/>
              <a:t>List&lt;bool</a:t>
            </a:r>
            <a:r>
              <a:rPr sz="2400" dirty="0"/>
              <a:t>&gt; attendance stores present/absent </a:t>
            </a:r>
            <a:r>
              <a:rPr sz="2400" dirty="0" smtClean="0"/>
              <a:t>status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err="1" smtClean="0"/>
              <a:t>MarkAttendance</a:t>
            </a:r>
            <a:r>
              <a:rPr sz="2400" dirty="0" smtClean="0"/>
              <a:t>(true/false</a:t>
            </a:r>
            <a:r>
              <a:rPr sz="2400" dirty="0"/>
              <a:t>) updates daily </a:t>
            </a:r>
            <a:r>
              <a:rPr sz="2400" dirty="0" smtClean="0"/>
              <a:t>attendance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err="1" smtClean="0"/>
              <a:t>AttendancePercentage</a:t>
            </a:r>
            <a:r>
              <a:rPr sz="2400" dirty="0"/>
              <a:t>() calculates: (Present Days / Total Days) * </a:t>
            </a:r>
            <a:r>
              <a:rPr sz="2400" dirty="0" smtClean="0"/>
              <a:t>100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Benefits</a:t>
            </a:r>
            <a:r>
              <a:rPr sz="2400" dirty="0"/>
              <a:t>: Dynamic storage, easy </a:t>
            </a:r>
            <a:r>
              <a:rPr sz="2400" dirty="0" smtClean="0"/>
              <a:t>calculation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Overloaded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 smtClean="0"/>
              <a:t>AddMark</a:t>
            </a:r>
            <a:r>
              <a:rPr sz="2400" dirty="0" smtClean="0"/>
              <a:t>(double </a:t>
            </a:r>
            <a:r>
              <a:rPr sz="2400" dirty="0" err="1"/>
              <a:t>oop</a:t>
            </a:r>
            <a:r>
              <a:rPr sz="2400" dirty="0"/>
              <a:t>, double </a:t>
            </a:r>
            <a:r>
              <a:rPr sz="2400" dirty="0" err="1"/>
              <a:t>dld</a:t>
            </a:r>
            <a:r>
              <a:rPr sz="2400" dirty="0"/>
              <a:t>, double ca): Update all </a:t>
            </a:r>
            <a:r>
              <a:rPr sz="2400" dirty="0" smtClean="0"/>
              <a:t>marks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err="1" smtClean="0"/>
              <a:t>AddMark</a:t>
            </a:r>
            <a:r>
              <a:rPr sz="2400" dirty="0" smtClean="0"/>
              <a:t>(string </a:t>
            </a:r>
            <a:r>
              <a:rPr sz="2400" dirty="0"/>
              <a:t>subject, double mark): Update single subject </a:t>
            </a:r>
            <a:r>
              <a:rPr sz="2400" dirty="0" smtClean="0"/>
              <a:t>marks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Benefits</a:t>
            </a:r>
            <a:r>
              <a:rPr sz="2400" dirty="0"/>
              <a:t>: Flexible mark updates, clean </a:t>
            </a:r>
            <a:r>
              <a:rPr sz="2400" dirty="0" smtClean="0"/>
              <a:t>code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smtClean="0"/>
              <a:t>CGPA </a:t>
            </a:r>
            <a:r>
              <a:rPr sz="2400" dirty="0"/>
              <a:t>calculation from marks using grade </a:t>
            </a:r>
            <a:r>
              <a:rPr sz="2400" dirty="0" smtClean="0"/>
              <a:t>scale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err="1" smtClean="0"/>
              <a:t>AverageCGPA</a:t>
            </a:r>
            <a:r>
              <a:rPr sz="2400" dirty="0"/>
              <a:t>() calculates mean </a:t>
            </a:r>
            <a:r>
              <a:rPr sz="2400" dirty="0" smtClean="0"/>
              <a:t>CGPA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 smtClean="0"/>
              <a:t>Attendance </a:t>
            </a:r>
            <a:r>
              <a:rPr sz="2400" dirty="0"/>
              <a:t>calculation as per Slide </a:t>
            </a:r>
            <a:r>
              <a:rPr lang="en-US" sz="2400" dirty="0" smtClean="0"/>
              <a:t>9.</a:t>
            </a:r>
            <a:endParaRPr sz="2400" dirty="0"/>
          </a:p>
          <a:p>
            <a:r>
              <a:rPr sz="2400" dirty="0" smtClean="0"/>
              <a:t>Benefits</a:t>
            </a:r>
            <a:r>
              <a:rPr sz="2400" dirty="0"/>
              <a:t>: Automatic grade calculation, evaluates performance </a:t>
            </a:r>
            <a:r>
              <a:rPr sz="2400" dirty="0" smtClean="0"/>
              <a:t>numerically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0480" y="121920"/>
            <a:ext cx="3627120" cy="646730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Console Output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" y="870250"/>
            <a:ext cx="7406640" cy="39049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" y="4775200"/>
            <a:ext cx="7406640" cy="147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and </a:t>
            </a:r>
            <a:r>
              <a:rPr lang="en-US" dirty="0"/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Marks copied incorrectly → Fixed with copy constructor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Attendance errors → Added empty-list check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Needed simple attendance tracking → Used List&lt;bool</a:t>
            </a:r>
            <a:r>
              <a:rPr lang="en-US" sz="2400" dirty="0" smtClean="0"/>
              <a:t>&gt;.</a:t>
            </a:r>
          </a:p>
          <a:p>
            <a:r>
              <a:rPr lang="en-US" sz="2400" dirty="0"/>
              <a:t>CGPA logic messy → Used one CGPA() method</a:t>
            </a:r>
          </a:p>
        </p:txBody>
      </p:sp>
    </p:spTree>
    <p:extLst>
      <p:ext uri="{BB962C8B-B14F-4D97-AF65-F5344CB8AC3E}">
        <p14:creationId xmlns:p14="http://schemas.microsoft.com/office/powerpoint/2010/main" val="69304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400" dirty="0" smtClean="0"/>
              <a:t>Efficiently </a:t>
            </a:r>
            <a:r>
              <a:rPr sz="2400" dirty="0"/>
              <a:t>manages student marks and attendance</a:t>
            </a:r>
          </a:p>
          <a:p>
            <a:r>
              <a:rPr sz="2400" dirty="0" smtClean="0"/>
              <a:t>Demonstrates </a:t>
            </a:r>
            <a:r>
              <a:rPr sz="2400" dirty="0"/>
              <a:t>OOP concepts: abstract class, interface, encapsulation, copy constructor, method overloading</a:t>
            </a:r>
          </a:p>
          <a:p>
            <a:r>
              <a:rPr sz="2400" dirty="0" smtClean="0"/>
              <a:t>Calculates </a:t>
            </a:r>
            <a:r>
              <a:rPr sz="2400" dirty="0"/>
              <a:t>CGPA and attendance automatically</a:t>
            </a:r>
          </a:p>
          <a:p>
            <a:r>
              <a:rPr sz="2400" dirty="0" smtClean="0"/>
              <a:t>Generates </a:t>
            </a:r>
            <a:r>
              <a:rPr sz="2400" dirty="0"/>
              <a:t>individual student reports for easy analysis</a:t>
            </a:r>
          </a:p>
          <a:p>
            <a:r>
              <a:rPr sz="2400" dirty="0" smtClean="0"/>
              <a:t>Can </a:t>
            </a:r>
            <a:r>
              <a:rPr sz="2400" dirty="0"/>
              <a:t>be extended to GUI or database for real ERP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bg1">
                <a:lumMod val="99000"/>
              </a:schemeClr>
            </a:gs>
            <a:gs pos="93000">
              <a:srgbClr val="00B0F0"/>
            </a:gs>
            <a:gs pos="92000">
              <a:schemeClr val="bg1"/>
            </a:gs>
            <a:gs pos="96774">
              <a:srgbClr val="00B0F0"/>
            </a:gs>
            <a:gs pos="92000">
              <a:schemeClr val="accent2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0479" y="2438400"/>
            <a:ext cx="6347714" cy="1320800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 smtClean="0">
                <a:solidFill>
                  <a:srgbClr val="0000B0"/>
                </a:solidFill>
              </a:rPr>
              <a:t>Thank You!</a:t>
            </a:r>
            <a:endParaRPr lang="en-US" sz="7200" b="1" dirty="0">
              <a:solidFill>
                <a:srgbClr val="0000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1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195</TotalTime>
  <Words>402</Words>
  <Application>Microsoft Office PowerPoint</Application>
  <PresentationFormat>On-screen Show (4:3)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Welcome!</vt:lpstr>
      <vt:lpstr>Student Result and Attendance Management System</vt:lpstr>
      <vt:lpstr>Prepared By:</vt:lpstr>
      <vt:lpstr>Overview</vt:lpstr>
      <vt:lpstr>Objective</vt:lpstr>
      <vt:lpstr>Abstract Class and Interface</vt:lpstr>
      <vt:lpstr>Encapsulation</vt:lpstr>
      <vt:lpstr>Copy Constructor</vt:lpstr>
      <vt:lpstr>List and Calculation</vt:lpstr>
      <vt:lpstr>Overloaded Methods</vt:lpstr>
      <vt:lpstr>Calculation Logic</vt:lpstr>
      <vt:lpstr>Console Output</vt:lpstr>
      <vt:lpstr>Problems and Solutions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Result and Attendance Management System</dc:title>
  <dc:subject/>
  <dc:creator/>
  <cp:keywords/>
  <dc:description>generated using python-pptx</dc:description>
  <cp:lastModifiedBy>PC</cp:lastModifiedBy>
  <cp:revision>19</cp:revision>
  <dcterms:created xsi:type="dcterms:W3CDTF">2013-01-27T09:14:16Z</dcterms:created>
  <dcterms:modified xsi:type="dcterms:W3CDTF">2025-12-12T17:20:29Z</dcterms:modified>
  <cp:category/>
</cp:coreProperties>
</file>